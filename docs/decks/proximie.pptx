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71A33"/>
                </a:solidFill>
                <a:latin typeface="Calibri"/>
              </a:rPr>
              <a:t>Encord x Proximie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D6180"/>
                </a:solidFill>
                <a:latin typeface="Calibri"/>
              </a:rPr>
              <a:t>Huge surgical video corpus with AWS and Deloitte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180"/>
                </a:solidFill>
                <a:latin typeface="Calibri"/>
              </a:rPr>
              <a:t>Prepared 2026-09-20 · Qais Al-Azkawi, Encord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WHAT WE UNDERSTAND ABOUT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Cloud platform that records and streams surgery from 104+ NHS operating theatres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Recent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Amazon com : Global Healthtech Proximie, in Collaboration with AWS, Deloitte and the NHS,   (2026-09-14)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Proximie, AWS, Deloitte Launch NHS Surgical AI Pilot  (2026-09-10)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Proximie launches largest ever surgical AI evaluation with AWS, Deloitte, and the NHS  (2026-09-09)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Proximie, AWS and Deloitte launch NHS AI programme across 104 operating theatres  (2026-09-09)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NHS hospitals launch large-scale surgical AI evaluation  (2026-09-09)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Proximie Revenue 2025: $11M Est. ARR  (2026-08-10)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Who we think owns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180"/>
                </a:solidFill>
                <a:latin typeface="Calibri"/>
              </a:rPr>
              <a:t>VP Engineering / Head of AI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180"/>
                </a:solidFill>
                <a:latin typeface="Calibri"/>
              </a:rPr>
              <a:t>(contact to confirm)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THE DATA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More frames than anyone should 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71A33"/>
                </a:solidFill>
                <a:latin typeface="Calibri"/>
              </a:rPr>
              <a:t>Huge surgical video corpus with AWS and Deloitte pilot; phase and instrument labelling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Most of the stream is near-duplicate: the same scene seen again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Labelling everything spends budget on redundancy and still misses the rare cases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New model classes need fresh labels fast, with expert review where it matters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Nobody can tell which labelled data actually moved the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WHERE ENCORD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Lead with Annotate (DICOM / video) + Active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71A33"/>
                </a:solidFill>
                <a:latin typeface="Calibri"/>
              </a:rPr>
              <a:t>Expert review workflows for clinicians, DICOM and surgical video native, label QA before regulatory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D6180"/>
                </a:solidFill>
                <a:latin typeface="Calibri"/>
              </a:rPr>
              <a:t>• Annotate: video, 3D and DICOM native labelling with SAM auto-segmentation, tracking and review workflows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D6180"/>
                </a:solidFill>
                <a:latin typeface="Calibri"/>
              </a:rPr>
              <a:t>• Active: import model predictions, slice failures by scene and data metric, decide what to label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180"/>
                </a:solidFill>
                <a:latin typeface="Calibri"/>
              </a:rPr>
              <a:t>Data stays in your bucket. SOC2 Type II, HIPAA, GDPR. SDK for everything the UI does.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Label less, get a better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mAP uplift, Automotus street cameras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smaller dataset to annotate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lower labelling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61%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fewer frames on a warehouse-robot proxy stream, 95% rack coverage kept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180"/>
                </a:solidFill>
                <a:latin typeface="Calibri"/>
              </a:rPr>
              <a:t>Automotus: Encord customer story. Proxy stream: public shelf imagery with simulated robot re-passes, curated with quality gates, CLIP de-duplication and diversity sampling; YOLOv8n trained on the curated pick beat a random pick 0.48 vs 0.43 mAP50 at equal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PROPOSED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Two-week proof of value on one site's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1. You share one week of raw data from one site (stays in your storage)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2. We run curation and load the kept frames into Encord with your ontology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3. Your team labels a sample with assisted tools; we measure frames saved, coverage and time to first model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4. Success criteria agreed before we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71A33"/>
                </a:solidFill>
                <a:latin typeface="Calibri"/>
              </a:rPr>
              <a:t>Qais Al-Azkawi · qaisqas@gmail.com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