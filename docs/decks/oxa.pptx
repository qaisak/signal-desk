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171A33"/>
                </a:solidFill>
                <a:latin typeface="Calibri"/>
              </a:rPr>
              <a:t>Encord x Oxa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5D6180"/>
                </a:solidFill>
                <a:latin typeface="Calibri"/>
              </a:rPr>
              <a:t>Multi-camera and LIDAR streams from repetitive site routes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D6180"/>
                </a:solidFill>
                <a:latin typeface="Calibri"/>
              </a:rPr>
              <a:t>Prepared 2026-09-20 · Qais Al-Azkawi, Encord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WHAT WE UNDERSTAND ABOUT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71A33"/>
                </a:solidFill>
                <a:latin typeface="Calibri"/>
              </a:rPr>
              <a:t>Self-driving software for industrial vehicles in ports, airports and factories (customers DHL, bp)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DF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Recent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71A33"/>
                </a:solidFill>
                <a:latin typeface="Calibri"/>
              </a:rPr>
              <a:t>• Dubai Future Foundation, Oxa launch Shifft to gear up for autonomous vehicles  (2026-08-04)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71A33"/>
                </a:solidFill>
                <a:latin typeface="Calibri"/>
              </a:rPr>
              <a:t>• Dubai and Oxa launch autonomous logistics venture to deploy self-driving vehicles at ports  (2026-08-04)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71A33"/>
                </a:solidFill>
                <a:latin typeface="Calibri"/>
              </a:rPr>
              <a:t>• Dubai Future Foundation and Oxa launch SHIFFT to commercialize autonomous logistics  (2026-08-03)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71A33"/>
                </a:solidFill>
                <a:latin typeface="Calibri"/>
              </a:rPr>
              <a:t>• Dubai Future Foundation, Oxa unveil autonomous logistics lab  (2026-08-03)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71A33"/>
                </a:solidFill>
                <a:latin typeface="Calibri"/>
              </a:rPr>
              <a:t>• Dubai Future Foundation and Oxa Launch Autonomous Logistics Future Lab  (2026-08-02)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71A33"/>
                </a:solidFill>
                <a:latin typeface="Calibri"/>
              </a:rPr>
              <a:t>• Dubai Future Foundation, Oxa launch Autonomous Logistics Future Lab  (2026-08-02)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Who we think owns this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031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D6180"/>
                </a:solidFill>
                <a:latin typeface="Calibri"/>
              </a:rPr>
              <a:t>Perception Lead / Data Platform Lead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D6180"/>
                </a:solidFill>
                <a:latin typeface="Calibri"/>
              </a:rPr>
              <a:t>(contact to confirm)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THE DATA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71A33"/>
                </a:solidFill>
                <a:latin typeface="Calibri"/>
              </a:rPr>
              <a:t>More frames than anyone should label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DF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71A33"/>
                </a:solidFill>
                <a:latin typeface="Calibri"/>
              </a:rPr>
              <a:t>Multi-camera and LIDAR streams from repetitive site routes; point clouds plus video that need synced 3D and 2D labelling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D6180"/>
                </a:solidFill>
                <a:latin typeface="Calibri"/>
              </a:rPr>
              <a:t>• Most of the stream is near-duplicate: the same scene seen again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D6180"/>
                </a:solidFill>
                <a:latin typeface="Calibri"/>
              </a:rPr>
              <a:t>• Labelling everything spends budget on redundancy and still misses the rare cases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D6180"/>
                </a:solidFill>
                <a:latin typeface="Calibri"/>
              </a:rPr>
              <a:t>• New model classes need fresh labels fast, with expert review where it matters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D6180"/>
                </a:solidFill>
                <a:latin typeface="Calibri"/>
              </a:rPr>
              <a:t>• Nobody can tell which labelled data actually moved the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WHERE ENCORD 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71A33"/>
                </a:solidFill>
                <a:latin typeface="Calibri"/>
              </a:rPr>
              <a:t>Lead with Annotate (video / 3D)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DF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71A33"/>
                </a:solidFill>
                <a:latin typeface="Calibri"/>
              </a:rPr>
              <a:t>Native video and point-cloud labelling with tracking; start with a labelling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D6180"/>
                </a:solidFill>
                <a:latin typeface="Calibri"/>
              </a:rPr>
              <a:t>• Annotate: video, 3D and DICOM native labelling with SAM auto-segmentation, tracking and review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D6180"/>
                </a:solidFill>
                <a:latin typeface="Calibri"/>
              </a:rPr>
              <a:t>Data stays in your bucket. SOC2 Type II, HIPAA, GDPR. SDK for everything the UI does.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71A33"/>
                </a:solidFill>
                <a:latin typeface="Calibri"/>
              </a:rPr>
              <a:t>Label less, get a better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DF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4F46E5"/>
                </a:solidFill>
                <a:latin typeface="Calibri"/>
              </a:rPr>
              <a:t>20%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D6180"/>
                </a:solidFill>
                <a:latin typeface="Calibri"/>
              </a:rPr>
              <a:t>mAP uplift, Automotus street cameras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8288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4F46E5"/>
                </a:solidFill>
                <a:latin typeface="Calibri"/>
              </a:rPr>
              <a:t>35%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7432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D6180"/>
                </a:solidFill>
                <a:latin typeface="Calibri"/>
              </a:rPr>
              <a:t>smaller dataset to annotate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4F46E5"/>
                </a:solidFill>
                <a:latin typeface="Calibri"/>
              </a:rPr>
              <a:t>33%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7432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D6180"/>
                </a:solidFill>
                <a:latin typeface="Calibri"/>
              </a:rPr>
              <a:t>lower labelling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8288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4F46E5"/>
                </a:solidFill>
                <a:latin typeface="Calibri"/>
              </a:rPr>
              <a:t>61%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27432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D6180"/>
                </a:solidFill>
                <a:latin typeface="Calibri"/>
              </a:rPr>
              <a:t>fewer frames on a warehouse-robot proxy stream, 95% rack coverage kept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54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D6180"/>
                </a:solidFill>
                <a:latin typeface="Calibri"/>
              </a:rPr>
              <a:t>Automotus: Encord customer story. Proxy stream: public shelf imagery with simulated robot re-passes, curated with quality gates, CLIP de-duplication and diversity sampling; YOLOv8n trained on the curated pick beat a random pick 0.48 vs 0.43 mAP50 at equal budget.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PROPOSED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71A33"/>
                </a:solidFill>
                <a:latin typeface="Calibri"/>
              </a:rPr>
              <a:t>Two-week proof of value on one site's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DF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71A33"/>
                </a:solidFill>
                <a:latin typeface="Calibri"/>
              </a:rPr>
              <a:t>1. You share one week of raw data from one site (stays in your storage)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71A33"/>
                </a:solidFill>
                <a:latin typeface="Calibri"/>
              </a:rPr>
              <a:t>2. We run curation and load the kept frames into Encord with your ontology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71A33"/>
                </a:solidFill>
                <a:latin typeface="Calibri"/>
              </a:rPr>
              <a:t>3. Your team labels a sample with assisted tools; we measure frames saved, coverage and time to first model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71A33"/>
                </a:solidFill>
                <a:latin typeface="Calibri"/>
              </a:rPr>
              <a:t>4. Success criteria agreed before we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71A33"/>
                </a:solidFill>
                <a:latin typeface="Calibri"/>
              </a:rPr>
              <a:t>Qais Al-Azkawi · qaisqas@gmail.com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