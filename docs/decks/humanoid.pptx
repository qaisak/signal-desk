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71A33"/>
                </a:solidFill>
                <a:latin typeface="Calibri"/>
              </a:rPr>
              <a:t>Encord x Humanoid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D6180"/>
                </a:solidFill>
                <a:latin typeface="Calibri"/>
              </a:rPr>
              <a:t>Manipulation and egocentric video from robot fleets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Prepared 2026-09-20 · Qais Al-Azkawi, Encord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WHAT WE UNDERSTAND ABOUT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Industrial humanoid and wheeled robots for factories and logistics, manufactured with Bosch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Recent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Top 10 humanoid robot startups to watch in 2026, ranked by total funding — TFN  (2026-07-24)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UK Humanoid Startup Raises $152M as Bosch and Schaeffler Back Wheels Over Legs  (2026-07-24)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Humanoid Raises $152 Million at $1.35 Billion Post-Money Valuation, Becoming Europe's Firs  (2026-07-23)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Senior Dev/ML Ops Engineer  (open role)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Deep Learning Engineer  (open role)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Staff AI Engineer  (open role)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Who we think owns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Head of AI / Data Infrastructure Lead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(contact to confirm)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THE DATA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More frames than anyone should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71A33"/>
                </a:solidFill>
                <a:latin typeface="Calibri"/>
              </a:rPr>
              <a:t>Manipulation and egocentric video from robot fleets; teleop demonstrations that need segmentation and keypoint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Most of the stream is near-duplicate: the same scene seen again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Labelling everything spends budget on redundancy and still misses the rare cases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New model classes need fresh labels fast, with expert review where it matters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Nobody can tell which labelled data actually moved the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WHERE ENCORD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Lead with Index (curation) then Annotate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71A33"/>
                </a:solidFill>
                <a:latin typeface="Calibri"/>
              </a:rPr>
              <a:t>Fleet data is mostly re-passes; curate first, then label with SAM and tracking on video / point clouds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Index: connect your storage, get embeddings and quality metrics on every frame, filter to the frames worth labelling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Annotate: video, 3D and DICOM native labelling with SAM auto-segmentation, tracking and review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Data stays in your bucket. SOC2 Type II, HIPAA, GDPR. SDK for everything the UI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Label less, get a better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mAP uplift, Automotus street cameras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smaller dataset to annotate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lower labelling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fewer frames on a warehouse-robot proxy stream, 95% rack coverage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180"/>
                </a:solidFill>
                <a:latin typeface="Calibri"/>
              </a:rPr>
              <a:t>Automotus: Encord customer story. Proxy stream: public shelf imagery with simulated robot re-passes, curated with quality gates, CLIP de-duplication and diversity sampling; YOLOv8n trained on the curated pick beat a random pick 0.48 vs 0.43 mAP50 at equal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PROPOSED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Two-week proof of value on one site's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1. You share one week of raw data from one site (stays in your storage)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2. We run curation and load the kept frames into Encord with your ontology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3. Your team labels a sample with assisted tools; we measure frames saved, coverage and time to first model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4. Success criteria agreed before we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Qais Al-Azkawi · qaisqas@gmail.com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