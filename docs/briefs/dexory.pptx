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questions to test this:</a:t>
            </a:r>
          </a:p>
          <a:p>
            <a:r>
              <a:t>- How is perception accuracy defined and measured per site today, and who is accountable when a site drifts below the committed SLA?</a:t>
            </a:r>
          </a:p>
          <a:p>
            <a:r>
              <a:t>- When you launched the new Integrity classes for damage and rack compliance, how many frames did you label and how long did it take from decision to deployed model?</a:t>
            </a:r>
          </a:p>
          <a:p>
            <a:r>
              <a:t>- Of the frames a robot captures in a daily scan, roughly what fraction ever reaches an annotator, and how do you choose them?</a:t>
            </a:r>
          </a:p>
          <a:p>
            <a:r>
              <a:t>- What happens operationally when a customer disputes a discrepancy flag: does that frame get back into the training set, and can you find similar frames across other sites?</a:t>
            </a:r>
          </a:p>
          <a:p>
            <a:r>
              <a:t>- Can customer imagery from Iron Mountain or Stellantis sites leave your own cloud storage, and what does that rule out tool-wise?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Confidence: medium</a:t>
            </a:r>
          </a:p>
          <a:p>
            <a:r>
              <a:t>Risks:</a:t>
            </a:r>
          </a:p>
          <a:p>
            <a:r>
              <a:t>- The visible hire is a Founding Data Engineer focused on business and SLA reporting in Databricks, not a perception data lead; our persona may not be hiring or budgeted right now.</a:t>
            </a:r>
          </a:p>
          <a:p>
            <a:r>
              <a:t>- Likely in-house annotation tooling built over several years alongside the robot stack, with sunk cost and an internal argument that shelf scans are simple enough to label cheaply offshore.</a:t>
            </a:r>
          </a:p>
          <a:p>
            <a:r>
              <a:t>- Enterprise customer imagery from logistics and automotive sites may carry contractual restrictions that slow any third-party tool through security review, even with data staying in their bucket.</a:t>
            </a:r>
          </a:p>
          <a:p>
            <a:r>
              <a:t>- Incumbent vendor or open-source stack (CVAT, Roboflow, a managed labelling BPO) already covers basic box labelling, so our wedge has to be curation and model evaluation, not labelling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ENCORD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57784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9BCDC"/>
                </a:solidFill>
                <a:latin typeface="Calibri"/>
              </a:rPr>
              <a:t>Prepared 2026-10-05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9BCDC"/>
                </a:solidFill>
                <a:latin typeface="Calibri"/>
              </a:rPr>
              <a:t>Qais Al-Azkawi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9BCDC"/>
                </a:solidFill>
                <a:latin typeface="Calibri"/>
              </a:rPr>
              <a:t>DRAFT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82880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71A33"/>
                </a:solidFill>
                <a:latin typeface="Calibri"/>
              </a:rPr>
              <a:t>Encord x Dexory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10896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6180"/>
                </a:solidFill>
                <a:latin typeface="Calibri"/>
              </a:rPr>
              <a:t>Dexory now sells perception accuracy as a contracted SLA per site, so the bottleneck is no longer collecting shelf scans but choosing which of the millions of near-identical frames to label and proving the Integrity models hold up site by 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7607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D6180"/>
                </a:solidFill>
                <a:latin typeface="Calibri"/>
              </a:rPr>
              <a:t>A first-meeting point of view. Everything here is our reading of public information; the questions are where we want to be corrected.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WHAT WE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What Dexory builds, and how we think the data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Dexory builds autonomous camera and sensor robots (now up to 18m AMRs) that drive warehouse aisles daily and feed DexoryView, a subscription platform that reconciles what the WMS says should be in a location against what is actually there. The Integrity module flags inventory discrepancies, damage and hygiene risks and rack compliance; Optimise handles slotting and space utilisation. Buyers are 3PL and enterprise logistics operators such as Iron Mountain, Ziegler, Romark and Stellantis sites.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INFERRED PIPELINE (guesses marked)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0312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84831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Robots run automated daily scan missions per aisle, capturing high-resolution imagery of every rack face plus (guess) LIDAR or depth for localisation and pallet geometry.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761487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76148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199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Scans are uploaded per site and per mission into cloud object storage, probably partitioned by customer, site, date and mission, with barcode or location-label reads tied to WMS slot IDs (guess).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419855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41985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01567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Detection and OCR models produce occupancy, location ID and discrepancy outputs; newer Integrity classes (damage, hygiene, rack compliance) run on top of the same frames (guess).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078223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07822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59935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Labelling is likely a mix of in-house tooling, an outsourced vendor and operations staff adjudicating flagged exceptions; we have no direct evidence of the tool used.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4736591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73659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18303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Model outputs are aggregated into per-site accuracy, scan coverage and obstruction metrics; the Founding Data Engineer ad says these are being modelled against committed SLAs and KPIs in Databricks.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5394959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39495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376671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71A33"/>
                </a:solidFill>
                <a:latin typeface="Calibri"/>
              </a:rPr>
              <a:t>Failures surface as customer-reported discrepancies, which (guess) are fed back manually as new training examples with no systematic way to find similar frames across sites.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WHERE WE THINK IT HURTS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Three hypotheses, ranked by how sure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4617720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2044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HYPOTHESIS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71A33"/>
                </a:solidFill>
                <a:latin typeface="Calibri"/>
              </a:rPr>
              <a:t>Massive redundancy: the same rack face is scanned daily, so labelling budget is spent on near-duplicate frames while rare damage and compliance events stay under-represented.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WHY WE THINK 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D6180"/>
                </a:solidFill>
                <a:latin typeface="Calibri"/>
              </a:rPr>
              <a:t>Daily automated scans across multi-site deployments (Iron Mountain expansion, Stellantis), plus new Integrity classes for damage, hygiene and rack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WHAT ENCORD DOES ABOUT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71A33"/>
                </a:solidFill>
                <a:latin typeface="Calibri"/>
              </a:rPr>
              <a:t>Index registers frames in their own bucket, computes embeddings and quality metrics, and lets them de-duplicate and diversity-sample into Collections. Our warehouse shelf-scan benchmark cut frames to label by 61% while keeping 95% of racks, and the curated pick beat a random pick of equal size.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520440" cy="4617720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737360"/>
            <a:ext cx="352044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HYPOTHESIS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2402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71A33"/>
                </a:solidFill>
                <a:latin typeface="Calibri"/>
              </a:rPr>
              <a:t>Perception accuracy is now a contractual SLA per site, but there is no systematic way to show where models fail by site, aisle, lighting or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WHY WE THINK 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4903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D6180"/>
                </a:solidFill>
                <a:latin typeface="Calibri"/>
              </a:rPr>
              <a:t>Job ad: model perception accuracy, scan and mission performance, obstructions and scan coverage against SLAs and KPIs committed per site.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663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WHAT ENCORD DOES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8920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71A33"/>
                </a:solidFill>
                <a:latin typeface="Calibri"/>
              </a:rPr>
              <a:t>Active imports their predictions and reports mAP, F1, PR curves and confusion matrix sliced by class, IoU threshold and any data metric. Metric-to-failure correlation then tells them which frames to label next, feeding the per-site SLA story directly.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9" y="1691640"/>
            <a:ext cx="3520440" cy="4617720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59" y="1737360"/>
            <a:ext cx="352044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HYPOTHESIS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224028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71A33"/>
                </a:solidFill>
                <a:latin typeface="Calibri"/>
              </a:rPr>
              <a:t>New Integrity classes (damage, leaning pallets, hygiene risks) need fresh labels fast, and each new enterprise site brings new racking, lighting and pallet types that break the previous ontology.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520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WHY WE THINK 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374903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D6180"/>
                </a:solidFill>
                <a:latin typeface="Calibri"/>
              </a:rPr>
              <a:t>Site text on Integrity module ML models; Storage Health launch Feb 2026; rapid multi-site expansion with Iron Mountain and Stellantis.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6634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5D6180"/>
                </a:solidFill>
                <a:latin typeface="Calibri"/>
              </a:rPr>
              <a:t>WHAT ENCORD DOES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8920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71A33"/>
                </a:solidFill>
                <a:latin typeface="Calibri"/>
              </a:rPr>
              <a:t>Annotate gives one ontology across images, native video and point clouds with SAM 3 auto-segmentation, tracking and interpolation, plus review workflows. Agents run their own detector as a pre-labelling stage so annotators correct rather than draw.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A STARTING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What we would label for Dexory, and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A proposal to argue with. The shapes matter: they decide what the model can learn and what the labellers spend time 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61264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this shape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Pallet in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bounding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Core occupancy signal reconciled against the WMS slot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Empty or partially filled location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bounding box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Drives inventory discrepancy and space utilisation outputs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Location or product barcode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bounding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OCR region tying each detection to a WMS location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Damaged rack beam or upright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polygon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Rack compliance and safety flags need tight shape, not loose boxes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Leaning or overhanging pallet corners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keypoint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Lean and overhang angle is geometric, keypoints measure it directly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Damaged or spilled stock, shrink wrap tear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bitmask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Irregular damage extent for Integrity damage and hygiene risk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Aisle obstruction: debris, forklift, person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3D cuboid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If LIDAR is used, obstruction and scan coverage metrics need 3D extent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A33"/>
                          </a:solidFill>
                          <a:latin typeface="Calibri"/>
                        </a:rPr>
                        <a:t>Scan quality: motion blur, dark aisle, occluded face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frame classification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A33"/>
                          </a:solidFill>
                          <a:latin typeface="Calibri"/>
                        </a:rPr>
                        <a:t>Explains coverage gaps and filters frames before they reach annotators</a:t>
                      </a:r>
                    </a:p>
                  </a:txBody>
                  <a:tcPr>
                    <a:solidFill>
                      <a:srgbClr val="EEED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Lead with Index then Active, the rest follows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9144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D6180"/>
                </a:solidFill>
                <a:latin typeface="Calibri"/>
              </a:rPr>
              <a:t>Register the data where it already lives. Embeddings and quality metrics on every frame. Find the frames worth labelling; drop the repeats.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9144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3580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D6180"/>
                </a:solidFill>
                <a:latin typeface="Calibri"/>
              </a:rPr>
              <a:t>Import predictions. Accuracy by class, site and condition. Find label errors. Know exactly what to label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91440" cy="822960"/>
          </a:xfrm>
          <a:prstGeom prst="rect">
            <a:avLst/>
          </a:prstGeom>
          <a:solidFill>
            <a:srgbClr val="DF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Annotate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D6180"/>
                </a:solidFill>
                <a:latin typeface="Calibri"/>
              </a:rPr>
              <a:t>Label video, 3D and images with SAM auto-segmentation and tracking. Ontology, review workflow, managed workforce if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79"/>
            <a:ext cx="91440" cy="822960"/>
          </a:xfrm>
          <a:prstGeom prst="rect">
            <a:avLst/>
          </a:prstGeom>
          <a:solidFill>
            <a:srgbClr val="DF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4748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D6180"/>
                </a:solidFill>
                <a:latin typeface="Calibri"/>
              </a:rPr>
              <a:t>Run your own model as a workflow stage to pre-label and QA, so people adjudicate rather than draw.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37360"/>
            <a:ext cx="4937760" cy="4023360"/>
          </a:xfrm>
          <a:prstGeom prst="rect">
            <a:avLst/>
          </a:prstGeom>
          <a:solidFill>
            <a:srgbClr val="EE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737360"/>
            <a:ext cx="493776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CLOSEST 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71A33"/>
                </a:solidFill>
                <a:latin typeface="Calibri"/>
              </a:rPr>
              <a:t>Automotus, plus Encord's own warehouse shelf-scan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432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Automotus: +20% mAP, 35% smaller dataset, 33% lower labelling cost after curating with Encord. Warehouse benchmark: 61% fewer frames to label keeping 95% of racks, YOLOv8n at 0.48 mAP50 curated versus 0.43 random at equal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566160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71A33"/>
                </a:solidFill>
                <a:latin typeface="Calibri"/>
              </a:rPr>
              <a:t>Automotus runs fixed street cameras producing huge volumes of repetitive footage, the same redundancy problem as a daily rack scan. Our internal warehouse benchmark is closer still: public shelf images, three passes per rack, 10% degraded frames, exactly the shape of a Dexory 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D6180"/>
                </a:solidFill>
                <a:latin typeface="Calibri"/>
              </a:rPr>
              <a:t>Data stays in your bucket. SOC2 Type II, HIPAA, GDPR. Everything the UI does, the SDK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A two-week proof of value on one site's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71A33"/>
                </a:solidFill>
                <a:latin typeface="Calibri"/>
              </a:rPr>
              <a:t>Week 1, day 1 to 2: register one site's scans from their existing S3 or Azure bucket into Index; no data movement, SOC2 Type II and GDPR in place. Success: embeddings and quality metrics on one week of missions from one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0604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71A33"/>
                </a:solidFill>
                <a:latin typeface="Calibri"/>
              </a:rPr>
              <a:t>Week 1, day 3 to 5: de-duplicate near-identical rack passes and build a diversity Collection. Success metric: percentage reduction in candidate frames while retaining coverage of every rack face, target 50% or better.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900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71A33"/>
                </a:solidFill>
                <a:latin typeface="Calibri"/>
              </a:rPr>
              <a:t>Week 2, day 1 to 2: import their current Integrity model predictions into Active and slice performance by class, site, aisle and brightness or sharpness. Success: a named list of the three worst-performing slices tied to SLA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9768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71A33"/>
                </a:solidFill>
                <a:latin typeface="Calibri"/>
              </a:rPr>
              <a:t>Week 2, day 3 to 4: label the Active-recommended slice in Annotate with SAM 3 and an Agents pre-labelling stage using their own detector. Success: time per frame for damage polygons versus their current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2064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7492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71A33"/>
                </a:solidFill>
                <a:latin typeface="Calibri"/>
              </a:rPr>
              <a:t>Week 2, day 5: retrain or fine-tune on curated versus random picks of equal size and compare in Active. Success: measurable mAP or recall gain on damaged and leaning pallet classes, plus a cost-per-labelled-frame figure for the business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LET'S TEST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71A33"/>
                </a:solidFill>
                <a:latin typeface="Calibri"/>
              </a:rPr>
              <a:t>What we'd like to learn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DRAFT for review  ·  Encord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18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583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 How is perception accuracy defined and measured per site today, and who is accountable when a site drifts below the committed SLA?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 When you launched the new Integrity classes for damage and rack compliance, how many frames did you label and how long did it take from decision to deployed model?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 Of the frames a robot captures in a daily scan, roughly what fraction ever reaches an annotator, and how do you choose them?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 What happens operationally when a customer disputes a discrepancy flag: does that frame get back into the training set, and can you find similar frames across other sites?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 Can customer imagery from Iron Mountain or Stellantis sites leave your own cloud storage, and what does that rule out tool-wise?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37360"/>
            <a:ext cx="3840480" cy="2377440"/>
          </a:xfrm>
          <a:prstGeom prst="rect">
            <a:avLst/>
          </a:prstGeom>
          <a:solidFill>
            <a:srgbClr val="121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659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9BCDC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86000"/>
            <a:ext cx="3383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Qais Al-Azkawi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Commercial Associate, Encord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